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2" r:id="rId2"/>
    <p:sldId id="263" r:id="rId3"/>
    <p:sldId id="264" r:id="rId4"/>
    <p:sldId id="265" r:id="rId5"/>
    <p:sldId id="256" r:id="rId6"/>
    <p:sldId id="257" r:id="rId7"/>
    <p:sldId id="258" r:id="rId8"/>
    <p:sldId id="259" r:id="rId9"/>
    <p:sldId id="266" r:id="rId10"/>
    <p:sldId id="260" r:id="rId11"/>
    <p:sldId id="261" r:id="rId12"/>
    <p:sldId id="262" r:id="rId13"/>
    <p:sldId id="268" r:id="rId14"/>
    <p:sldId id="269" r:id="rId15"/>
    <p:sldId id="270" r:id="rId16"/>
    <p:sldId id="267" r:id="rId17"/>
    <p:sldId id="271"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802" autoAdjust="0"/>
  </p:normalViewPr>
  <p:slideViewPr>
    <p:cSldViewPr snapToGrid="0">
      <p:cViewPr varScale="1">
        <p:scale>
          <a:sx n="68" d="100"/>
          <a:sy n="68" d="100"/>
        </p:scale>
        <p:origin x="-552" y="-60"/>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0AE0A0-02B4-48CD-9F5D-3AEAD6936B36}" type="datetimeFigureOut">
              <a:rPr lang="en-IN" smtClean="0"/>
              <a:pPr/>
              <a:t>10-01-2024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4DA717-042F-4126-874F-0EC73BC532CA}" type="slidenum">
              <a:rPr lang="en-IN" smtClean="0"/>
              <a:pPr/>
              <a:t>‹#›</a:t>
            </a:fld>
            <a:endParaRPr lang="en-IN"/>
          </a:p>
        </p:txBody>
      </p:sp>
    </p:spTree>
    <p:extLst>
      <p:ext uri="{BB962C8B-B14F-4D97-AF65-F5344CB8AC3E}">
        <p14:creationId xmlns="" xmlns:p14="http://schemas.microsoft.com/office/powerpoint/2010/main" val="1825462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dirty="0">
                <a:solidFill>
                  <a:srgbClr val="800000"/>
                </a:solidFill>
                <a:effectLst/>
                <a:latin typeface="Consolas" panose="020B0609020204030204" pitchFamily="49" charset="0"/>
              </a:rPr>
              <a:t>&lt;!DOCTYPE</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html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&lt;head&gt;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&lt;meta</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charset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"utf-8"</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MyAwesomeComponent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extends</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HTMLElement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constructor</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super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shadowRoot</a:t>
            </a:r>
            <a:r>
              <a:rPr lang="en-IN" b="0" dirty="0">
                <a:solidFill>
                  <a:srgbClr val="000000"/>
                </a:solidFill>
                <a:effectLst/>
                <a:latin typeface="Consolas" panose="020B0609020204030204" pitchFamily="49" charset="0"/>
              </a:rPr>
              <a:t> =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.attachShadow</a:t>
            </a:r>
            <a:r>
              <a:rPr lang="en-IN" b="0" dirty="0">
                <a:solidFill>
                  <a:srgbClr val="000000"/>
                </a:solidFill>
                <a:effectLst/>
                <a:latin typeface="Consolas" panose="020B0609020204030204" pitchFamily="49" charset="0"/>
              </a:rPr>
              <a:t>({mode: </a:t>
            </a:r>
            <a:r>
              <a:rPr lang="en-IN" b="0" dirty="0">
                <a:solidFill>
                  <a:srgbClr val="A31515"/>
                </a:solidFill>
                <a:effectLst/>
                <a:latin typeface="Consolas" panose="020B0609020204030204" pitchFamily="49" charset="0"/>
              </a:rPr>
              <a:t>'open'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shadowRoot.innerHTML</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A31515"/>
                </a:solidFill>
                <a:effectLst/>
                <a:latin typeface="Consolas" panose="020B0609020204030204" pitchFamily="49" charset="0"/>
              </a:rPr>
              <a:t>         &lt;!-- this styling is scoped to the element! --&gt;</a:t>
            </a:r>
            <a:endParaRPr lang="en-IN" b="0" dirty="0">
              <a:solidFill>
                <a:srgbClr val="000000"/>
              </a:solidFill>
              <a:effectLst/>
              <a:latin typeface="Consolas" panose="020B0609020204030204" pitchFamily="49" charset="0"/>
            </a:endParaRPr>
          </a:p>
          <a:p>
            <a:r>
              <a:rPr lang="en-IN" b="0" dirty="0">
                <a:solidFill>
                  <a:srgbClr val="A31515"/>
                </a:solidFill>
                <a:effectLst/>
                <a:latin typeface="Consolas" panose="020B0609020204030204" pitchFamily="49" charset="0"/>
              </a:rPr>
              <a:t>         &lt;style&gt;h1 { color: red; }&lt;/style&gt;</a:t>
            </a:r>
            <a:endParaRPr lang="en-IN" b="0" dirty="0">
              <a:solidFill>
                <a:srgbClr val="000000"/>
              </a:solidFill>
              <a:effectLst/>
              <a:latin typeface="Consolas" panose="020B0609020204030204" pitchFamily="49" charset="0"/>
            </a:endParaRPr>
          </a:p>
          <a:p>
            <a:r>
              <a:rPr lang="en-IN" b="0" dirty="0">
                <a:solidFill>
                  <a:srgbClr val="A31515"/>
                </a:solidFill>
                <a:effectLst/>
                <a:latin typeface="Consolas" panose="020B0609020204030204" pitchFamily="49" charset="0"/>
              </a:rPr>
              <a:t>         &lt;h1&gt;Greetings from the dark side of the DOM&lt;/h1&gt;</a:t>
            </a:r>
            <a:endParaRPr lang="en-IN" b="0" dirty="0">
              <a:solidFill>
                <a:srgbClr val="000000"/>
              </a:solidFill>
              <a:effectLst/>
              <a:latin typeface="Consolas" panose="020B0609020204030204" pitchFamily="49" charset="0"/>
            </a:endParaRPr>
          </a:p>
          <a:p>
            <a:r>
              <a:rPr lang="en-IN" b="0" dirty="0">
                <a:solidFill>
                  <a:srgbClr val="A31515"/>
                </a:solidFill>
                <a:effectLst/>
                <a:latin typeface="Consolas" panose="020B0609020204030204" pitchFamily="49" charset="0"/>
              </a:rPr>
              <a:t>      `</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r>
              <a:rPr lang="en-IN" b="0" dirty="0" err="1">
                <a:solidFill>
                  <a:srgbClr val="000000"/>
                </a:solidFill>
                <a:effectLst/>
                <a:latin typeface="Consolas" panose="020B0609020204030204" pitchFamily="49" charset="0"/>
              </a:rPr>
              <a:t>customElements.define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'my-awesome-component'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MyAwesomeComponent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&lt;/head&gt;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&lt;my-awesome-component&gt;&lt;/my-awesome-component&gt;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endParaRPr lang="en-IN" dirty="0"/>
          </a:p>
        </p:txBody>
      </p:sp>
      <p:sp>
        <p:nvSpPr>
          <p:cNvPr id="4" name="Slide Number Placeholder 3"/>
          <p:cNvSpPr>
            <a:spLocks noGrp="1"/>
          </p:cNvSpPr>
          <p:nvPr>
            <p:ph type="sldNum" sz="quarter" idx="5"/>
          </p:nvPr>
        </p:nvSpPr>
        <p:spPr/>
        <p:txBody>
          <a:bodyPr/>
          <a:lstStyle/>
          <a:p>
            <a:fld id="{084DA717-042F-4126-874F-0EC73BC532CA}" type="slidenum">
              <a:rPr lang="en-IN" smtClean="0"/>
              <a:pPr/>
              <a:t>14</a:t>
            </a:fld>
            <a:endParaRPr lang="en-IN"/>
          </a:p>
        </p:txBody>
      </p:sp>
    </p:spTree>
    <p:extLst>
      <p:ext uri="{BB962C8B-B14F-4D97-AF65-F5344CB8AC3E}">
        <p14:creationId xmlns="" xmlns:p14="http://schemas.microsoft.com/office/powerpoint/2010/main" val="3486429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4A60B9-7876-4A93-8EDB-2F56F5EB84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25DF280C-7A19-4B0A-A384-FD56756725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D2C60D60-0230-4EBE-A722-B1E9ADECF920}"/>
              </a:ext>
            </a:extLst>
          </p:cNvPr>
          <p:cNvSpPr>
            <a:spLocks noGrp="1"/>
          </p:cNvSpPr>
          <p:nvPr>
            <p:ph type="dt" sz="half" idx="10"/>
          </p:nvPr>
        </p:nvSpPr>
        <p:spPr/>
        <p:txBody>
          <a:bodyPr/>
          <a:lstStyle/>
          <a:p>
            <a:fld id="{EE90DE6D-41EE-4CE2-8373-434AF8E240AA}" type="datetimeFigureOut">
              <a:rPr lang="en-IN" smtClean="0"/>
              <a:pPr/>
              <a:t>10-01-2024</a:t>
            </a:fld>
            <a:endParaRPr lang="en-IN"/>
          </a:p>
        </p:txBody>
      </p:sp>
      <p:sp>
        <p:nvSpPr>
          <p:cNvPr id="5" name="Footer Placeholder 4">
            <a:extLst>
              <a:ext uri="{FF2B5EF4-FFF2-40B4-BE49-F238E27FC236}">
                <a16:creationId xmlns="" xmlns:a16="http://schemas.microsoft.com/office/drawing/2014/main" id="{7694DA19-E43F-4450-9BFD-9709407604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806E856-83BA-4198-9330-20B684DD9A07}"/>
              </a:ext>
            </a:extLst>
          </p:cNvPr>
          <p:cNvSpPr>
            <a:spLocks noGrp="1"/>
          </p:cNvSpPr>
          <p:nvPr>
            <p:ph type="sldNum" sz="quarter" idx="12"/>
          </p:nvPr>
        </p:nvSpPr>
        <p:spPr/>
        <p:txBody>
          <a:bodyPr/>
          <a:lstStyle/>
          <a:p>
            <a:fld id="{F9E838A1-62EA-488D-931B-B207967E98ED}" type="slidenum">
              <a:rPr lang="en-IN" smtClean="0"/>
              <a:pPr/>
              <a:t>‹#›</a:t>
            </a:fld>
            <a:endParaRPr lang="en-IN"/>
          </a:p>
        </p:txBody>
      </p:sp>
    </p:spTree>
    <p:extLst>
      <p:ext uri="{BB962C8B-B14F-4D97-AF65-F5344CB8AC3E}">
        <p14:creationId xmlns="" xmlns:p14="http://schemas.microsoft.com/office/powerpoint/2010/main" val="3512016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6C39CD4-3433-4F08-86C7-CD2B6649E0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7CDB1F4-B02A-4D57-90FB-DFD610BB21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56BC4DF-8C5D-4AC9-82E8-E0748A2E9446}"/>
              </a:ext>
            </a:extLst>
          </p:cNvPr>
          <p:cNvSpPr>
            <a:spLocks noGrp="1"/>
          </p:cNvSpPr>
          <p:nvPr>
            <p:ph type="dt" sz="half" idx="10"/>
          </p:nvPr>
        </p:nvSpPr>
        <p:spPr/>
        <p:txBody>
          <a:bodyPr/>
          <a:lstStyle/>
          <a:p>
            <a:fld id="{EE90DE6D-41EE-4CE2-8373-434AF8E240AA}" type="datetimeFigureOut">
              <a:rPr lang="en-IN" smtClean="0"/>
              <a:pPr/>
              <a:t>10-01-2024</a:t>
            </a:fld>
            <a:endParaRPr lang="en-IN"/>
          </a:p>
        </p:txBody>
      </p:sp>
      <p:sp>
        <p:nvSpPr>
          <p:cNvPr id="5" name="Footer Placeholder 4">
            <a:extLst>
              <a:ext uri="{FF2B5EF4-FFF2-40B4-BE49-F238E27FC236}">
                <a16:creationId xmlns="" xmlns:a16="http://schemas.microsoft.com/office/drawing/2014/main" id="{B55D7BCA-FC9A-4F20-A0AA-F8EC1D584F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C4165F8-07F7-4B6D-B5C5-D234C8C10F75}"/>
              </a:ext>
            </a:extLst>
          </p:cNvPr>
          <p:cNvSpPr>
            <a:spLocks noGrp="1"/>
          </p:cNvSpPr>
          <p:nvPr>
            <p:ph type="sldNum" sz="quarter" idx="12"/>
          </p:nvPr>
        </p:nvSpPr>
        <p:spPr/>
        <p:txBody>
          <a:bodyPr/>
          <a:lstStyle/>
          <a:p>
            <a:fld id="{F9E838A1-62EA-488D-931B-B207967E98ED}" type="slidenum">
              <a:rPr lang="en-IN" smtClean="0"/>
              <a:pPr/>
              <a:t>‹#›</a:t>
            </a:fld>
            <a:endParaRPr lang="en-IN"/>
          </a:p>
        </p:txBody>
      </p:sp>
    </p:spTree>
    <p:extLst>
      <p:ext uri="{BB962C8B-B14F-4D97-AF65-F5344CB8AC3E}">
        <p14:creationId xmlns="" xmlns:p14="http://schemas.microsoft.com/office/powerpoint/2010/main" val="3045701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91777C-AFCE-417B-A8A1-DA89E7B8B2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AE29A60C-CFF7-4FEC-81A0-E46BC6E1D1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70BB9287-0AD8-4427-8818-CB0BF16F981D}"/>
              </a:ext>
            </a:extLst>
          </p:cNvPr>
          <p:cNvSpPr>
            <a:spLocks noGrp="1"/>
          </p:cNvSpPr>
          <p:nvPr>
            <p:ph type="dt" sz="half" idx="10"/>
          </p:nvPr>
        </p:nvSpPr>
        <p:spPr/>
        <p:txBody>
          <a:bodyPr/>
          <a:lstStyle/>
          <a:p>
            <a:fld id="{EE90DE6D-41EE-4CE2-8373-434AF8E240AA}" type="datetimeFigureOut">
              <a:rPr lang="en-IN" smtClean="0"/>
              <a:pPr/>
              <a:t>10-01-2024</a:t>
            </a:fld>
            <a:endParaRPr lang="en-IN"/>
          </a:p>
        </p:txBody>
      </p:sp>
      <p:sp>
        <p:nvSpPr>
          <p:cNvPr id="5" name="Footer Placeholder 4">
            <a:extLst>
              <a:ext uri="{FF2B5EF4-FFF2-40B4-BE49-F238E27FC236}">
                <a16:creationId xmlns="" xmlns:a16="http://schemas.microsoft.com/office/drawing/2014/main" id="{8D5FAF93-CF71-439B-8A78-38675BCB31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B93EAB4-E915-40A6-B8F1-E8FB85486108}"/>
              </a:ext>
            </a:extLst>
          </p:cNvPr>
          <p:cNvSpPr>
            <a:spLocks noGrp="1"/>
          </p:cNvSpPr>
          <p:nvPr>
            <p:ph type="sldNum" sz="quarter" idx="12"/>
          </p:nvPr>
        </p:nvSpPr>
        <p:spPr/>
        <p:txBody>
          <a:bodyPr/>
          <a:lstStyle/>
          <a:p>
            <a:fld id="{F9E838A1-62EA-488D-931B-B207967E98ED}" type="slidenum">
              <a:rPr lang="en-IN" smtClean="0"/>
              <a:pPr/>
              <a:t>‹#›</a:t>
            </a:fld>
            <a:endParaRPr lang="en-IN"/>
          </a:p>
        </p:txBody>
      </p:sp>
    </p:spTree>
    <p:extLst>
      <p:ext uri="{BB962C8B-B14F-4D97-AF65-F5344CB8AC3E}">
        <p14:creationId xmlns="" xmlns:p14="http://schemas.microsoft.com/office/powerpoint/2010/main" val="2720497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4E60820-0F7D-4BA4-AF25-E8801DEC76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36FA46BD-4334-4DAB-82A4-8A2CB5C77B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4CDE64E7-8AB4-4B1C-9740-9F8133B783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CFD0AC46-69EC-4A94-9325-2C0BA6C7D638}"/>
              </a:ext>
            </a:extLst>
          </p:cNvPr>
          <p:cNvSpPr>
            <a:spLocks noGrp="1"/>
          </p:cNvSpPr>
          <p:nvPr>
            <p:ph type="dt" sz="half" idx="10"/>
          </p:nvPr>
        </p:nvSpPr>
        <p:spPr/>
        <p:txBody>
          <a:bodyPr/>
          <a:lstStyle/>
          <a:p>
            <a:fld id="{EE90DE6D-41EE-4CE2-8373-434AF8E240AA}" type="datetimeFigureOut">
              <a:rPr lang="en-IN" smtClean="0"/>
              <a:pPr/>
              <a:t>10-01-2024</a:t>
            </a:fld>
            <a:endParaRPr lang="en-IN"/>
          </a:p>
        </p:txBody>
      </p:sp>
      <p:sp>
        <p:nvSpPr>
          <p:cNvPr id="6" name="Footer Placeholder 5">
            <a:extLst>
              <a:ext uri="{FF2B5EF4-FFF2-40B4-BE49-F238E27FC236}">
                <a16:creationId xmlns="" xmlns:a16="http://schemas.microsoft.com/office/drawing/2014/main" id="{0EC5D4FC-CFD0-4C75-B8FD-8F83860BDB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A5C1D448-2FE2-4956-8AE6-5D1EAE045FCF}"/>
              </a:ext>
            </a:extLst>
          </p:cNvPr>
          <p:cNvSpPr>
            <a:spLocks noGrp="1"/>
          </p:cNvSpPr>
          <p:nvPr>
            <p:ph type="sldNum" sz="quarter" idx="12"/>
          </p:nvPr>
        </p:nvSpPr>
        <p:spPr/>
        <p:txBody>
          <a:bodyPr/>
          <a:lstStyle/>
          <a:p>
            <a:fld id="{F9E838A1-62EA-488D-931B-B207967E98ED}" type="slidenum">
              <a:rPr lang="en-IN" smtClean="0"/>
              <a:pPr/>
              <a:t>‹#›</a:t>
            </a:fld>
            <a:endParaRPr lang="en-IN"/>
          </a:p>
        </p:txBody>
      </p:sp>
    </p:spTree>
    <p:extLst>
      <p:ext uri="{BB962C8B-B14F-4D97-AF65-F5344CB8AC3E}">
        <p14:creationId xmlns="" xmlns:p14="http://schemas.microsoft.com/office/powerpoint/2010/main" val="3495642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63A1955-E403-4608-A6B0-4362D501E4D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2C6B3736-9FC6-4419-9C93-2427F55B02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9A4E6632-B7D3-406B-BEB4-15BF0E6FF5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73E97034-4C3F-4EBD-9B6D-85A6E2F3E9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BA70EAA9-3005-49FB-ADBD-32C75E7348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6FE50A5F-A2A7-4F3E-A33A-B7A670392D74}"/>
              </a:ext>
            </a:extLst>
          </p:cNvPr>
          <p:cNvSpPr>
            <a:spLocks noGrp="1"/>
          </p:cNvSpPr>
          <p:nvPr>
            <p:ph type="dt" sz="half" idx="10"/>
          </p:nvPr>
        </p:nvSpPr>
        <p:spPr/>
        <p:txBody>
          <a:bodyPr/>
          <a:lstStyle/>
          <a:p>
            <a:fld id="{EE90DE6D-41EE-4CE2-8373-434AF8E240AA}" type="datetimeFigureOut">
              <a:rPr lang="en-IN" smtClean="0"/>
              <a:pPr/>
              <a:t>10-01-2024</a:t>
            </a:fld>
            <a:endParaRPr lang="en-IN"/>
          </a:p>
        </p:txBody>
      </p:sp>
      <p:sp>
        <p:nvSpPr>
          <p:cNvPr id="8" name="Footer Placeholder 7">
            <a:extLst>
              <a:ext uri="{FF2B5EF4-FFF2-40B4-BE49-F238E27FC236}">
                <a16:creationId xmlns="" xmlns:a16="http://schemas.microsoft.com/office/drawing/2014/main" id="{B3BA13AF-C372-4418-A131-74B69DFE830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E502394B-25C2-4286-95D3-B18C39C05B03}"/>
              </a:ext>
            </a:extLst>
          </p:cNvPr>
          <p:cNvSpPr>
            <a:spLocks noGrp="1"/>
          </p:cNvSpPr>
          <p:nvPr>
            <p:ph type="sldNum" sz="quarter" idx="12"/>
          </p:nvPr>
        </p:nvSpPr>
        <p:spPr/>
        <p:txBody>
          <a:bodyPr/>
          <a:lstStyle/>
          <a:p>
            <a:fld id="{F9E838A1-62EA-488D-931B-B207967E98ED}" type="slidenum">
              <a:rPr lang="en-IN" smtClean="0"/>
              <a:pPr/>
              <a:t>‹#›</a:t>
            </a:fld>
            <a:endParaRPr lang="en-IN"/>
          </a:p>
        </p:txBody>
      </p:sp>
    </p:spTree>
    <p:extLst>
      <p:ext uri="{BB962C8B-B14F-4D97-AF65-F5344CB8AC3E}">
        <p14:creationId xmlns="" xmlns:p14="http://schemas.microsoft.com/office/powerpoint/2010/main" val="1891563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F1B439-E6EC-46BC-821B-CD1C9C31E0D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EFEC2253-B7BF-4D8B-B24B-820A8F9881AF}"/>
              </a:ext>
            </a:extLst>
          </p:cNvPr>
          <p:cNvSpPr>
            <a:spLocks noGrp="1"/>
          </p:cNvSpPr>
          <p:nvPr>
            <p:ph type="dt" sz="half" idx="10"/>
          </p:nvPr>
        </p:nvSpPr>
        <p:spPr/>
        <p:txBody>
          <a:bodyPr/>
          <a:lstStyle/>
          <a:p>
            <a:fld id="{EE90DE6D-41EE-4CE2-8373-434AF8E240AA}" type="datetimeFigureOut">
              <a:rPr lang="en-IN" smtClean="0"/>
              <a:pPr/>
              <a:t>10-01-2024</a:t>
            </a:fld>
            <a:endParaRPr lang="en-IN"/>
          </a:p>
        </p:txBody>
      </p:sp>
      <p:sp>
        <p:nvSpPr>
          <p:cNvPr id="4" name="Footer Placeholder 3">
            <a:extLst>
              <a:ext uri="{FF2B5EF4-FFF2-40B4-BE49-F238E27FC236}">
                <a16:creationId xmlns="" xmlns:a16="http://schemas.microsoft.com/office/drawing/2014/main" id="{B9F18D49-0EE9-4C3B-974B-A570DC9FF2F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1C1C3664-F0C1-4A67-931A-6804A7418044}"/>
              </a:ext>
            </a:extLst>
          </p:cNvPr>
          <p:cNvSpPr>
            <a:spLocks noGrp="1"/>
          </p:cNvSpPr>
          <p:nvPr>
            <p:ph type="sldNum" sz="quarter" idx="12"/>
          </p:nvPr>
        </p:nvSpPr>
        <p:spPr/>
        <p:txBody>
          <a:bodyPr/>
          <a:lstStyle/>
          <a:p>
            <a:fld id="{F9E838A1-62EA-488D-931B-B207967E98ED}" type="slidenum">
              <a:rPr lang="en-IN" smtClean="0"/>
              <a:pPr/>
              <a:t>‹#›</a:t>
            </a:fld>
            <a:endParaRPr lang="en-IN"/>
          </a:p>
        </p:txBody>
      </p:sp>
    </p:spTree>
    <p:extLst>
      <p:ext uri="{BB962C8B-B14F-4D97-AF65-F5344CB8AC3E}">
        <p14:creationId xmlns="" xmlns:p14="http://schemas.microsoft.com/office/powerpoint/2010/main" val="2324729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7FFF682A-E39B-4A31-9390-C6A1C653312C}"/>
              </a:ext>
            </a:extLst>
          </p:cNvPr>
          <p:cNvSpPr>
            <a:spLocks noGrp="1"/>
          </p:cNvSpPr>
          <p:nvPr>
            <p:ph type="dt" sz="half" idx="10"/>
          </p:nvPr>
        </p:nvSpPr>
        <p:spPr/>
        <p:txBody>
          <a:bodyPr/>
          <a:lstStyle/>
          <a:p>
            <a:fld id="{EE90DE6D-41EE-4CE2-8373-434AF8E240AA}" type="datetimeFigureOut">
              <a:rPr lang="en-IN" smtClean="0"/>
              <a:pPr/>
              <a:t>10-01-2024</a:t>
            </a:fld>
            <a:endParaRPr lang="en-IN"/>
          </a:p>
        </p:txBody>
      </p:sp>
      <p:sp>
        <p:nvSpPr>
          <p:cNvPr id="3" name="Footer Placeholder 2">
            <a:extLst>
              <a:ext uri="{FF2B5EF4-FFF2-40B4-BE49-F238E27FC236}">
                <a16:creationId xmlns="" xmlns:a16="http://schemas.microsoft.com/office/drawing/2014/main" id="{FBD3C42C-3EF6-4BCD-8366-55195FE0628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9EC3DCDC-805C-437E-8756-2669BD469C56}"/>
              </a:ext>
            </a:extLst>
          </p:cNvPr>
          <p:cNvSpPr>
            <a:spLocks noGrp="1"/>
          </p:cNvSpPr>
          <p:nvPr>
            <p:ph type="sldNum" sz="quarter" idx="12"/>
          </p:nvPr>
        </p:nvSpPr>
        <p:spPr/>
        <p:txBody>
          <a:bodyPr/>
          <a:lstStyle/>
          <a:p>
            <a:fld id="{F9E838A1-62EA-488D-931B-B207967E98ED}" type="slidenum">
              <a:rPr lang="en-IN" smtClean="0"/>
              <a:pPr/>
              <a:t>‹#›</a:t>
            </a:fld>
            <a:endParaRPr lang="en-IN"/>
          </a:p>
        </p:txBody>
      </p:sp>
    </p:spTree>
    <p:extLst>
      <p:ext uri="{BB962C8B-B14F-4D97-AF65-F5344CB8AC3E}">
        <p14:creationId xmlns="" xmlns:p14="http://schemas.microsoft.com/office/powerpoint/2010/main" val="1836539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692D36-C8BA-453D-873F-FC0998A081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F8F0F2A9-D754-468F-B617-0283361BBD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C96F6E41-2F0E-4759-BE08-7F50BF6A90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41094FA3-A033-4695-B39A-486906952693}"/>
              </a:ext>
            </a:extLst>
          </p:cNvPr>
          <p:cNvSpPr>
            <a:spLocks noGrp="1"/>
          </p:cNvSpPr>
          <p:nvPr>
            <p:ph type="dt" sz="half" idx="10"/>
          </p:nvPr>
        </p:nvSpPr>
        <p:spPr/>
        <p:txBody>
          <a:bodyPr/>
          <a:lstStyle/>
          <a:p>
            <a:fld id="{EE90DE6D-41EE-4CE2-8373-434AF8E240AA}" type="datetimeFigureOut">
              <a:rPr lang="en-IN" smtClean="0"/>
              <a:pPr/>
              <a:t>10-01-2024</a:t>
            </a:fld>
            <a:endParaRPr lang="en-IN"/>
          </a:p>
        </p:txBody>
      </p:sp>
      <p:sp>
        <p:nvSpPr>
          <p:cNvPr id="6" name="Footer Placeholder 5">
            <a:extLst>
              <a:ext uri="{FF2B5EF4-FFF2-40B4-BE49-F238E27FC236}">
                <a16:creationId xmlns="" xmlns:a16="http://schemas.microsoft.com/office/drawing/2014/main" id="{5CCFF948-AECA-4859-9525-436D25FCD4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1BA4A52D-2751-4EED-9FD9-D859E26EEF94}"/>
              </a:ext>
            </a:extLst>
          </p:cNvPr>
          <p:cNvSpPr>
            <a:spLocks noGrp="1"/>
          </p:cNvSpPr>
          <p:nvPr>
            <p:ph type="sldNum" sz="quarter" idx="12"/>
          </p:nvPr>
        </p:nvSpPr>
        <p:spPr/>
        <p:txBody>
          <a:bodyPr/>
          <a:lstStyle/>
          <a:p>
            <a:fld id="{F9E838A1-62EA-488D-931B-B207967E98ED}" type="slidenum">
              <a:rPr lang="en-IN" smtClean="0"/>
              <a:pPr/>
              <a:t>‹#›</a:t>
            </a:fld>
            <a:endParaRPr lang="en-IN"/>
          </a:p>
        </p:txBody>
      </p:sp>
    </p:spTree>
    <p:extLst>
      <p:ext uri="{BB962C8B-B14F-4D97-AF65-F5344CB8AC3E}">
        <p14:creationId xmlns="" xmlns:p14="http://schemas.microsoft.com/office/powerpoint/2010/main" val="2138282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69192D-DED2-469E-A0FD-D6510118BC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65CA7EBA-1559-41CC-944D-03B670C779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0728CFE4-AAAA-4788-BDD8-C37CC20C88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B10A6B1-4733-4F13-A0F0-4DAFB7FC1459}"/>
              </a:ext>
            </a:extLst>
          </p:cNvPr>
          <p:cNvSpPr>
            <a:spLocks noGrp="1"/>
          </p:cNvSpPr>
          <p:nvPr>
            <p:ph type="dt" sz="half" idx="10"/>
          </p:nvPr>
        </p:nvSpPr>
        <p:spPr/>
        <p:txBody>
          <a:bodyPr/>
          <a:lstStyle/>
          <a:p>
            <a:fld id="{EE90DE6D-41EE-4CE2-8373-434AF8E240AA}" type="datetimeFigureOut">
              <a:rPr lang="en-IN" smtClean="0"/>
              <a:pPr/>
              <a:t>10-01-2024</a:t>
            </a:fld>
            <a:endParaRPr lang="en-IN"/>
          </a:p>
        </p:txBody>
      </p:sp>
      <p:sp>
        <p:nvSpPr>
          <p:cNvPr id="6" name="Footer Placeholder 5">
            <a:extLst>
              <a:ext uri="{FF2B5EF4-FFF2-40B4-BE49-F238E27FC236}">
                <a16:creationId xmlns="" xmlns:a16="http://schemas.microsoft.com/office/drawing/2014/main" id="{C0D7684C-FCDA-4DA8-9BBA-5688555119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9CC7BA66-C165-415D-A888-82D484C2FBF8}"/>
              </a:ext>
            </a:extLst>
          </p:cNvPr>
          <p:cNvSpPr>
            <a:spLocks noGrp="1"/>
          </p:cNvSpPr>
          <p:nvPr>
            <p:ph type="sldNum" sz="quarter" idx="12"/>
          </p:nvPr>
        </p:nvSpPr>
        <p:spPr/>
        <p:txBody>
          <a:bodyPr/>
          <a:lstStyle/>
          <a:p>
            <a:fld id="{F9E838A1-62EA-488D-931B-B207967E98ED}" type="slidenum">
              <a:rPr lang="en-IN" smtClean="0"/>
              <a:pPr/>
              <a:t>‹#›</a:t>
            </a:fld>
            <a:endParaRPr lang="en-IN"/>
          </a:p>
        </p:txBody>
      </p:sp>
    </p:spTree>
    <p:extLst>
      <p:ext uri="{BB962C8B-B14F-4D97-AF65-F5344CB8AC3E}">
        <p14:creationId xmlns="" xmlns:p14="http://schemas.microsoft.com/office/powerpoint/2010/main" val="2839026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272607-4D25-406D-952E-611C6CFA9E1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6401257A-2758-4552-A357-72F5FD0FE8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76930AC6-5A08-4547-A406-6FEC0C5EE63D}"/>
              </a:ext>
            </a:extLst>
          </p:cNvPr>
          <p:cNvSpPr>
            <a:spLocks noGrp="1"/>
          </p:cNvSpPr>
          <p:nvPr>
            <p:ph type="dt" sz="half" idx="10"/>
          </p:nvPr>
        </p:nvSpPr>
        <p:spPr/>
        <p:txBody>
          <a:bodyPr/>
          <a:lstStyle/>
          <a:p>
            <a:fld id="{EE90DE6D-41EE-4CE2-8373-434AF8E240AA}" type="datetimeFigureOut">
              <a:rPr lang="en-IN" smtClean="0"/>
              <a:pPr/>
              <a:t>10-01-2024</a:t>
            </a:fld>
            <a:endParaRPr lang="en-IN"/>
          </a:p>
        </p:txBody>
      </p:sp>
      <p:sp>
        <p:nvSpPr>
          <p:cNvPr id="5" name="Footer Placeholder 4">
            <a:extLst>
              <a:ext uri="{FF2B5EF4-FFF2-40B4-BE49-F238E27FC236}">
                <a16:creationId xmlns="" xmlns:a16="http://schemas.microsoft.com/office/drawing/2014/main" id="{559DD4D8-137F-4301-BC97-01331E0739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07F14931-1564-456E-87E4-CA1BC639BD3A}"/>
              </a:ext>
            </a:extLst>
          </p:cNvPr>
          <p:cNvSpPr>
            <a:spLocks noGrp="1"/>
          </p:cNvSpPr>
          <p:nvPr>
            <p:ph type="sldNum" sz="quarter" idx="12"/>
          </p:nvPr>
        </p:nvSpPr>
        <p:spPr/>
        <p:txBody>
          <a:bodyPr/>
          <a:lstStyle/>
          <a:p>
            <a:fld id="{F9E838A1-62EA-488D-931B-B207967E98ED}" type="slidenum">
              <a:rPr lang="en-IN" smtClean="0"/>
              <a:pPr/>
              <a:t>‹#›</a:t>
            </a:fld>
            <a:endParaRPr lang="en-IN"/>
          </a:p>
        </p:txBody>
      </p:sp>
    </p:spTree>
    <p:extLst>
      <p:ext uri="{BB962C8B-B14F-4D97-AF65-F5344CB8AC3E}">
        <p14:creationId xmlns="" xmlns:p14="http://schemas.microsoft.com/office/powerpoint/2010/main" val="2657111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CD8D721-782D-4511-8386-D59040D4D7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4A5F60B2-D582-4A86-8842-CDE887EFD4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1B4FB1B-D62E-4635-BA20-9186C0466917}"/>
              </a:ext>
            </a:extLst>
          </p:cNvPr>
          <p:cNvSpPr>
            <a:spLocks noGrp="1"/>
          </p:cNvSpPr>
          <p:nvPr>
            <p:ph type="dt" sz="half" idx="10"/>
          </p:nvPr>
        </p:nvSpPr>
        <p:spPr/>
        <p:txBody>
          <a:bodyPr/>
          <a:lstStyle/>
          <a:p>
            <a:fld id="{EE90DE6D-41EE-4CE2-8373-434AF8E240AA}" type="datetimeFigureOut">
              <a:rPr lang="en-IN" smtClean="0"/>
              <a:pPr/>
              <a:t>10-01-2024</a:t>
            </a:fld>
            <a:endParaRPr lang="en-IN"/>
          </a:p>
        </p:txBody>
      </p:sp>
      <p:sp>
        <p:nvSpPr>
          <p:cNvPr id="5" name="Footer Placeholder 4">
            <a:extLst>
              <a:ext uri="{FF2B5EF4-FFF2-40B4-BE49-F238E27FC236}">
                <a16:creationId xmlns="" xmlns:a16="http://schemas.microsoft.com/office/drawing/2014/main" id="{8FE20C01-5833-4C06-8422-2AF9AAB13D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1AB0DF09-A4C9-4B3D-A089-64DEB77D047A}"/>
              </a:ext>
            </a:extLst>
          </p:cNvPr>
          <p:cNvSpPr>
            <a:spLocks noGrp="1"/>
          </p:cNvSpPr>
          <p:nvPr>
            <p:ph type="sldNum" sz="quarter" idx="12"/>
          </p:nvPr>
        </p:nvSpPr>
        <p:spPr/>
        <p:txBody>
          <a:bodyPr/>
          <a:lstStyle/>
          <a:p>
            <a:fld id="{F9E838A1-62EA-488D-931B-B207967E98ED}" type="slidenum">
              <a:rPr lang="en-IN" smtClean="0"/>
              <a:pPr/>
              <a:t>‹#›</a:t>
            </a:fld>
            <a:endParaRPr lang="en-IN"/>
          </a:p>
        </p:txBody>
      </p:sp>
    </p:spTree>
    <p:extLst>
      <p:ext uri="{BB962C8B-B14F-4D97-AF65-F5344CB8AC3E}">
        <p14:creationId xmlns="" xmlns:p14="http://schemas.microsoft.com/office/powerpoint/2010/main" val="1468965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98CA9B3B-BD27-4DD8-A1E8-A3D3FA2B61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CFECB19C-4E51-4B79-A71C-A0E1EAAE07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4AF3C67D-B406-4A45-9002-0388E27BD3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90DE6D-41EE-4CE2-8373-434AF8E240AA}" type="datetimeFigureOut">
              <a:rPr lang="en-IN" smtClean="0"/>
              <a:pPr/>
              <a:t>10-01-2024</a:t>
            </a:fld>
            <a:endParaRPr lang="en-IN"/>
          </a:p>
        </p:txBody>
      </p:sp>
      <p:sp>
        <p:nvSpPr>
          <p:cNvPr id="5" name="Footer Placeholder 4">
            <a:extLst>
              <a:ext uri="{FF2B5EF4-FFF2-40B4-BE49-F238E27FC236}">
                <a16:creationId xmlns="" xmlns:a16="http://schemas.microsoft.com/office/drawing/2014/main" id="{0DFC903F-AE78-4575-B0E8-74DEE4B513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7AF78241-8752-4433-885D-8E42222A23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E838A1-62EA-488D-931B-B207967E98ED}" type="slidenum">
              <a:rPr lang="en-IN" smtClean="0"/>
              <a:pPr/>
              <a:t>‹#›</a:t>
            </a:fld>
            <a:endParaRPr lang="en-IN"/>
          </a:p>
        </p:txBody>
      </p:sp>
    </p:spTree>
    <p:extLst>
      <p:ext uri="{BB962C8B-B14F-4D97-AF65-F5344CB8AC3E}">
        <p14:creationId xmlns="" xmlns:p14="http://schemas.microsoft.com/office/powerpoint/2010/main" val="2125616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ndering engines and JavaScript engines"/>
          <p:cNvPicPr>
            <a:picLocks noChangeAspect="1" noChangeArrowheads="1"/>
          </p:cNvPicPr>
          <p:nvPr/>
        </p:nvPicPr>
        <p:blipFill>
          <a:blip r:embed="rId2" cstate="print"/>
          <a:srcRect b="12109"/>
          <a:stretch>
            <a:fillRect/>
          </a:stretch>
        </p:blipFill>
        <p:spPr bwMode="auto">
          <a:xfrm>
            <a:off x="0" y="-1"/>
            <a:ext cx="12192000" cy="6858001"/>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 xmlns:a16="http://schemas.microsoft.com/office/drawing/2014/main" id="{C2F57767-5574-4CC8-9A5C-225F2E6FA14B}"/>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259106" y="1240591"/>
            <a:ext cx="7996516" cy="5421638"/>
          </a:xfrm>
          <a:prstGeom prst="rect">
            <a:avLst/>
          </a:prstGeom>
          <a:noFill/>
          <a:extLst>
            <a:ext uri="{909E8E84-426E-40DD-AFC4-6F175D3DCCD1}">
              <a14:hiddenFill xmlns="" xmlns:a14="http://schemas.microsoft.com/office/drawing/2010/main">
                <a:solidFill>
                  <a:srgbClr val="FFFFFF"/>
                </a:solidFill>
              </a14:hiddenFill>
            </a:ext>
          </a:extLst>
        </p:spPr>
      </p:pic>
      <p:sp>
        <p:nvSpPr>
          <p:cNvPr id="5" name="TextBox 4">
            <a:extLst>
              <a:ext uri="{FF2B5EF4-FFF2-40B4-BE49-F238E27FC236}">
                <a16:creationId xmlns="" xmlns:a16="http://schemas.microsoft.com/office/drawing/2014/main" id="{BD1F388F-2C7B-4AE9-B893-9B706248B047}"/>
              </a:ext>
            </a:extLst>
          </p:cNvPr>
          <p:cNvSpPr txBox="1"/>
          <p:nvPr/>
        </p:nvSpPr>
        <p:spPr>
          <a:xfrm>
            <a:off x="3567952" y="259976"/>
            <a:ext cx="4699300" cy="707886"/>
          </a:xfrm>
          <a:prstGeom prst="rect">
            <a:avLst/>
          </a:prstGeom>
          <a:noFill/>
        </p:spPr>
        <p:txBody>
          <a:bodyPr wrap="none" rtlCol="0">
            <a:spAutoFit/>
          </a:bodyPr>
          <a:lstStyle/>
          <a:p>
            <a:r>
              <a:rPr lang="en-IN" sz="4000" b="1" dirty="0"/>
              <a:t>Browser Architecture</a:t>
            </a:r>
          </a:p>
        </p:txBody>
      </p:sp>
    </p:spTree>
    <p:extLst>
      <p:ext uri="{BB962C8B-B14F-4D97-AF65-F5344CB8AC3E}">
        <p14:creationId xmlns="" xmlns:p14="http://schemas.microsoft.com/office/powerpoint/2010/main" val="2005354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5B7190-A7D7-4C7B-9FE5-D25E2AF20E98}"/>
              </a:ext>
            </a:extLst>
          </p:cNvPr>
          <p:cNvSpPr>
            <a:spLocks noGrp="1"/>
          </p:cNvSpPr>
          <p:nvPr>
            <p:ph type="title"/>
          </p:nvPr>
        </p:nvSpPr>
        <p:spPr/>
        <p:txBody>
          <a:bodyPr/>
          <a:lstStyle/>
          <a:p>
            <a:r>
              <a:rPr lang="en-IN" dirty="0" err="1"/>
              <a:t>Webkit</a:t>
            </a:r>
            <a:endParaRPr lang="en-IN" dirty="0"/>
          </a:p>
        </p:txBody>
      </p:sp>
      <p:pic>
        <p:nvPicPr>
          <p:cNvPr id="3074" name="Picture 2">
            <a:extLst>
              <a:ext uri="{FF2B5EF4-FFF2-40B4-BE49-F238E27FC236}">
                <a16:creationId xmlns="" xmlns:a16="http://schemas.microsoft.com/office/drawing/2014/main" id="{0C91D8BB-3F4A-4042-AAA9-953CAD9A32A9}"/>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125070" y="1690688"/>
            <a:ext cx="9211236" cy="426610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769111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779C719-DD86-436F-8470-7460CC71A0C9}"/>
              </a:ext>
            </a:extLst>
          </p:cNvPr>
          <p:cNvSpPr>
            <a:spLocks noGrp="1"/>
          </p:cNvSpPr>
          <p:nvPr>
            <p:ph type="title"/>
          </p:nvPr>
        </p:nvSpPr>
        <p:spPr/>
        <p:txBody>
          <a:bodyPr/>
          <a:lstStyle/>
          <a:p>
            <a:r>
              <a:rPr lang="en-IN" dirty="0"/>
              <a:t>Gecko</a:t>
            </a:r>
          </a:p>
        </p:txBody>
      </p:sp>
      <p:pic>
        <p:nvPicPr>
          <p:cNvPr id="4098" name="Picture 2">
            <a:extLst>
              <a:ext uri="{FF2B5EF4-FFF2-40B4-BE49-F238E27FC236}">
                <a16:creationId xmlns="" xmlns:a16="http://schemas.microsoft.com/office/drawing/2014/main" id="{B9E08719-6CB2-425F-86AB-304053E24EF2}"/>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116106" y="1690688"/>
            <a:ext cx="9318812" cy="433085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41330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7216A1C9-28A3-4FC8-89A2-4CCFE42752D2}"/>
              </a:ext>
            </a:extLst>
          </p:cNvPr>
          <p:cNvPicPr>
            <a:picLocks noChangeAspect="1"/>
          </p:cNvPicPr>
          <p:nvPr/>
        </p:nvPicPr>
        <p:blipFill rotWithShape="1">
          <a:blip r:embed="rId2" cstate="print"/>
          <a:srcRect t="45771" b="15016"/>
          <a:stretch/>
        </p:blipFill>
        <p:spPr>
          <a:xfrm>
            <a:off x="0" y="2608029"/>
            <a:ext cx="12192000" cy="2377440"/>
          </a:xfrm>
          <a:prstGeom prst="rect">
            <a:avLst/>
          </a:prstGeom>
        </p:spPr>
      </p:pic>
      <p:sp>
        <p:nvSpPr>
          <p:cNvPr id="6" name="TextBox 5">
            <a:extLst>
              <a:ext uri="{FF2B5EF4-FFF2-40B4-BE49-F238E27FC236}">
                <a16:creationId xmlns="" xmlns:a16="http://schemas.microsoft.com/office/drawing/2014/main" id="{151A562E-138B-4236-AA73-666F20D36526}"/>
              </a:ext>
            </a:extLst>
          </p:cNvPr>
          <p:cNvSpPr txBox="1"/>
          <p:nvPr/>
        </p:nvSpPr>
        <p:spPr>
          <a:xfrm>
            <a:off x="3854823" y="349623"/>
            <a:ext cx="5034135" cy="707886"/>
          </a:xfrm>
          <a:prstGeom prst="rect">
            <a:avLst/>
          </a:prstGeom>
          <a:noFill/>
        </p:spPr>
        <p:txBody>
          <a:bodyPr wrap="none" rtlCol="0">
            <a:spAutoFit/>
          </a:bodyPr>
          <a:lstStyle/>
          <a:p>
            <a:r>
              <a:rPr lang="en-IN" sz="4000" b="1" dirty="0"/>
              <a:t>Critical Rendering Path</a:t>
            </a:r>
          </a:p>
        </p:txBody>
      </p:sp>
    </p:spTree>
    <p:extLst>
      <p:ext uri="{BB962C8B-B14F-4D97-AF65-F5344CB8AC3E}">
        <p14:creationId xmlns="" xmlns:p14="http://schemas.microsoft.com/office/powerpoint/2010/main" val="2712673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9E9B856D-0857-469A-AA75-FDFDE481F6E7}"/>
              </a:ext>
            </a:extLst>
          </p:cNvPr>
          <p:cNvPicPr>
            <a:picLocks noChangeAspect="1"/>
          </p:cNvPicPr>
          <p:nvPr/>
        </p:nvPicPr>
        <p:blipFill>
          <a:blip r:embed="rId2" cstate="print"/>
          <a:stretch>
            <a:fillRect/>
          </a:stretch>
        </p:blipFill>
        <p:spPr>
          <a:xfrm>
            <a:off x="0" y="1084729"/>
            <a:ext cx="12192000" cy="5629836"/>
          </a:xfrm>
          <a:prstGeom prst="rect">
            <a:avLst/>
          </a:prstGeom>
        </p:spPr>
      </p:pic>
      <p:sp>
        <p:nvSpPr>
          <p:cNvPr id="6" name="TextBox 5">
            <a:extLst>
              <a:ext uri="{FF2B5EF4-FFF2-40B4-BE49-F238E27FC236}">
                <a16:creationId xmlns="" xmlns:a16="http://schemas.microsoft.com/office/drawing/2014/main" id="{72F14C97-7891-4E2C-87B5-363A53C16100}"/>
              </a:ext>
            </a:extLst>
          </p:cNvPr>
          <p:cNvSpPr txBox="1"/>
          <p:nvPr/>
        </p:nvSpPr>
        <p:spPr>
          <a:xfrm>
            <a:off x="4132729" y="349623"/>
            <a:ext cx="3085845" cy="707886"/>
          </a:xfrm>
          <a:prstGeom prst="rect">
            <a:avLst/>
          </a:prstGeom>
          <a:noFill/>
        </p:spPr>
        <p:txBody>
          <a:bodyPr wrap="none" rtlCol="0">
            <a:spAutoFit/>
          </a:bodyPr>
          <a:lstStyle/>
          <a:p>
            <a:r>
              <a:rPr lang="en-IN" sz="4000" b="1" dirty="0"/>
              <a:t>HTML Parsing</a:t>
            </a:r>
          </a:p>
        </p:txBody>
      </p:sp>
    </p:spTree>
    <p:extLst>
      <p:ext uri="{BB962C8B-B14F-4D97-AF65-F5344CB8AC3E}">
        <p14:creationId xmlns="" xmlns:p14="http://schemas.microsoft.com/office/powerpoint/2010/main" val="2129100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F440A434-4B5F-423A-8147-3E75AF4A130A}"/>
              </a:ext>
            </a:extLst>
          </p:cNvPr>
          <p:cNvPicPr>
            <a:picLocks noChangeAspect="1"/>
          </p:cNvPicPr>
          <p:nvPr/>
        </p:nvPicPr>
        <p:blipFill>
          <a:blip r:embed="rId2" cstate="print"/>
          <a:stretch>
            <a:fillRect/>
          </a:stretch>
        </p:blipFill>
        <p:spPr>
          <a:xfrm>
            <a:off x="0" y="1201271"/>
            <a:ext cx="12192000" cy="5647768"/>
          </a:xfrm>
          <a:prstGeom prst="rect">
            <a:avLst/>
          </a:prstGeom>
        </p:spPr>
      </p:pic>
      <p:sp>
        <p:nvSpPr>
          <p:cNvPr id="6" name="TextBox 5">
            <a:extLst>
              <a:ext uri="{FF2B5EF4-FFF2-40B4-BE49-F238E27FC236}">
                <a16:creationId xmlns="" xmlns:a16="http://schemas.microsoft.com/office/drawing/2014/main" id="{7E30190D-A8C9-4835-B31F-4DDC6BFE8987}"/>
              </a:ext>
            </a:extLst>
          </p:cNvPr>
          <p:cNvSpPr txBox="1"/>
          <p:nvPr/>
        </p:nvSpPr>
        <p:spPr>
          <a:xfrm>
            <a:off x="4437529" y="349623"/>
            <a:ext cx="3085845" cy="707886"/>
          </a:xfrm>
          <a:prstGeom prst="rect">
            <a:avLst/>
          </a:prstGeom>
          <a:noFill/>
        </p:spPr>
        <p:txBody>
          <a:bodyPr wrap="none" rtlCol="0">
            <a:spAutoFit/>
          </a:bodyPr>
          <a:lstStyle/>
          <a:p>
            <a:r>
              <a:rPr lang="en-IN" sz="4000" b="1" dirty="0"/>
              <a:t>HTML Parsing</a:t>
            </a:r>
          </a:p>
        </p:txBody>
      </p:sp>
    </p:spTree>
    <p:extLst>
      <p:ext uri="{BB962C8B-B14F-4D97-AF65-F5344CB8AC3E}">
        <p14:creationId xmlns="" xmlns:p14="http://schemas.microsoft.com/office/powerpoint/2010/main" val="1791907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A44AB36B-BDCA-47B4-9750-C28A574E0B3D}"/>
              </a:ext>
            </a:extLst>
          </p:cNvPr>
          <p:cNvPicPr>
            <a:picLocks noChangeAspect="1"/>
          </p:cNvPicPr>
          <p:nvPr/>
        </p:nvPicPr>
        <p:blipFill>
          <a:blip r:embed="rId2" cstate="print"/>
          <a:stretch>
            <a:fillRect/>
          </a:stretch>
        </p:blipFill>
        <p:spPr>
          <a:xfrm>
            <a:off x="0" y="930919"/>
            <a:ext cx="12192000" cy="4996162"/>
          </a:xfrm>
          <a:prstGeom prst="rect">
            <a:avLst/>
          </a:prstGeom>
        </p:spPr>
      </p:pic>
    </p:spTree>
    <p:extLst>
      <p:ext uri="{BB962C8B-B14F-4D97-AF65-F5344CB8AC3E}">
        <p14:creationId xmlns="" xmlns:p14="http://schemas.microsoft.com/office/powerpoint/2010/main" val="2977255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 xmlns:a16="http://schemas.microsoft.com/office/drawing/2014/main" id="{21E0406C-5C44-487F-9BFF-3EB697758E0F}"/>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144001" y="322729"/>
            <a:ext cx="7903996" cy="621254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251790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3E530834-3F0A-4628-984C-2FF5B5AE64F4}"/>
              </a:ext>
            </a:extLst>
          </p:cNvPr>
          <p:cNvPicPr>
            <a:picLocks noChangeAspect="1"/>
          </p:cNvPicPr>
          <p:nvPr/>
        </p:nvPicPr>
        <p:blipFill>
          <a:blip r:embed="rId2" cstate="print"/>
          <a:stretch>
            <a:fillRect/>
          </a:stretch>
        </p:blipFill>
        <p:spPr>
          <a:xfrm>
            <a:off x="0" y="932595"/>
            <a:ext cx="12192000" cy="5916447"/>
          </a:xfrm>
          <a:prstGeom prst="rect">
            <a:avLst/>
          </a:prstGeom>
        </p:spPr>
      </p:pic>
      <p:sp>
        <p:nvSpPr>
          <p:cNvPr id="6" name="TextBox 5">
            <a:extLst>
              <a:ext uri="{FF2B5EF4-FFF2-40B4-BE49-F238E27FC236}">
                <a16:creationId xmlns="" xmlns:a16="http://schemas.microsoft.com/office/drawing/2014/main" id="{AF619D8D-BE14-4926-B87A-9728FA1B8A29}"/>
              </a:ext>
            </a:extLst>
          </p:cNvPr>
          <p:cNvSpPr txBox="1"/>
          <p:nvPr/>
        </p:nvSpPr>
        <p:spPr>
          <a:xfrm>
            <a:off x="3227294" y="224709"/>
            <a:ext cx="6392006" cy="707886"/>
          </a:xfrm>
          <a:prstGeom prst="rect">
            <a:avLst/>
          </a:prstGeom>
          <a:noFill/>
        </p:spPr>
        <p:txBody>
          <a:bodyPr wrap="none" rtlCol="0">
            <a:spAutoFit/>
          </a:bodyPr>
          <a:lstStyle/>
          <a:p>
            <a:r>
              <a:rPr lang="en-IN" sz="4000" b="1" dirty="0"/>
              <a:t>DOM + CSSOM = Render Tree</a:t>
            </a:r>
          </a:p>
        </p:txBody>
      </p:sp>
    </p:spTree>
    <p:extLst>
      <p:ext uri="{BB962C8B-B14F-4D97-AF65-F5344CB8AC3E}">
        <p14:creationId xmlns="" xmlns:p14="http://schemas.microsoft.com/office/powerpoint/2010/main" val="501834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5E46DAEC-EB3C-4F8A-9594-2A81351714B2}"/>
              </a:ext>
            </a:extLst>
          </p:cNvPr>
          <p:cNvPicPr>
            <a:picLocks noChangeAspect="1"/>
          </p:cNvPicPr>
          <p:nvPr/>
        </p:nvPicPr>
        <p:blipFill>
          <a:blip r:embed="rId2" cstate="print"/>
          <a:stretch>
            <a:fillRect/>
          </a:stretch>
        </p:blipFill>
        <p:spPr>
          <a:xfrm>
            <a:off x="0" y="1320098"/>
            <a:ext cx="12192000" cy="5537902"/>
          </a:xfrm>
          <a:prstGeom prst="rect">
            <a:avLst/>
          </a:prstGeom>
        </p:spPr>
      </p:pic>
    </p:spTree>
    <p:extLst>
      <p:ext uri="{BB962C8B-B14F-4D97-AF65-F5344CB8AC3E}">
        <p14:creationId xmlns="" xmlns:p14="http://schemas.microsoft.com/office/powerpoint/2010/main" val="105627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 xmlns:a16="http://schemas.microsoft.com/office/drawing/2014/main" id="{0B194FD4-19F8-4113-839A-5D5ED05BFCB5}"/>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8259" y="531423"/>
            <a:ext cx="12003741" cy="559605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758144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7473DF3-6E95-4D06-AE52-C69D8DEAE409}"/>
              </a:ext>
            </a:extLst>
          </p:cNvPr>
          <p:cNvSpPr>
            <a:spLocks noGrp="1"/>
          </p:cNvSpPr>
          <p:nvPr>
            <p:ph type="title"/>
          </p:nvPr>
        </p:nvSpPr>
        <p:spPr/>
        <p:txBody>
          <a:bodyPr/>
          <a:lstStyle/>
          <a:p>
            <a:r>
              <a:rPr lang="en-IN" b="1" dirty="0"/>
              <a:t>What is Shadow DOM?</a:t>
            </a:r>
          </a:p>
        </p:txBody>
      </p:sp>
      <p:sp>
        <p:nvSpPr>
          <p:cNvPr id="3" name="Content Placeholder 2">
            <a:extLst>
              <a:ext uri="{FF2B5EF4-FFF2-40B4-BE49-F238E27FC236}">
                <a16:creationId xmlns="" xmlns:a16="http://schemas.microsoft.com/office/drawing/2014/main" id="{92EC49F7-0910-432C-BED9-DFB29B3D299F}"/>
              </a:ext>
            </a:extLst>
          </p:cNvPr>
          <p:cNvSpPr>
            <a:spLocks noGrp="1"/>
          </p:cNvSpPr>
          <p:nvPr>
            <p:ph idx="1"/>
          </p:nvPr>
        </p:nvSpPr>
        <p:spPr/>
        <p:txBody>
          <a:bodyPr/>
          <a:lstStyle/>
          <a:p>
            <a:pPr algn="just"/>
            <a:r>
              <a:rPr lang="en-US" dirty="0">
                <a:solidFill>
                  <a:srgbClr val="212121"/>
                </a:solidFill>
                <a:latin typeface="arial" panose="020B0604020202020204" pitchFamily="34" charset="0"/>
              </a:rPr>
              <a:t>T</a:t>
            </a:r>
            <a:r>
              <a:rPr lang="en-US" b="0" i="0" dirty="0">
                <a:solidFill>
                  <a:srgbClr val="212121"/>
                </a:solidFill>
                <a:effectLst/>
                <a:latin typeface="arial" panose="020B0604020202020204" pitchFamily="34" charset="0"/>
              </a:rPr>
              <a:t>o keep the markup structure, style, and behavior hidden and separate from other code on the page so that different parts do not clash, and the code can be kept nice and clean.</a:t>
            </a:r>
          </a:p>
          <a:p>
            <a:pPr algn="just"/>
            <a:endParaRPr lang="en-US" i="0" dirty="0">
              <a:solidFill>
                <a:srgbClr val="212121"/>
              </a:solidFill>
              <a:effectLst/>
              <a:latin typeface="arial" panose="020B0604020202020204" pitchFamily="34" charset="0"/>
            </a:endParaRPr>
          </a:p>
          <a:p>
            <a:r>
              <a:rPr lang="en-US" i="0" dirty="0">
                <a:solidFill>
                  <a:srgbClr val="212121"/>
                </a:solidFill>
                <a:effectLst/>
                <a:latin typeface="arial" panose="020B0604020202020204" pitchFamily="34" charset="0"/>
              </a:rPr>
              <a:t>The Shadow DOM API is a key part of this, providing a way to attach a hidden separated DOM to an element</a:t>
            </a:r>
            <a:endParaRPr lang="en-IN" dirty="0"/>
          </a:p>
        </p:txBody>
      </p:sp>
    </p:spTree>
    <p:extLst>
      <p:ext uri="{BB962C8B-B14F-4D97-AF65-F5344CB8AC3E}">
        <p14:creationId xmlns="" xmlns:p14="http://schemas.microsoft.com/office/powerpoint/2010/main" val="3340274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E44AB00-5A70-4253-8069-A2F7171E1C1C}"/>
              </a:ext>
            </a:extLst>
          </p:cNvPr>
          <p:cNvSpPr>
            <a:spLocks noGrp="1"/>
          </p:cNvSpPr>
          <p:nvPr>
            <p:ph idx="1"/>
          </p:nvPr>
        </p:nvSpPr>
        <p:spPr>
          <a:xfrm>
            <a:off x="838200" y="270344"/>
            <a:ext cx="10515600" cy="5906619"/>
          </a:xfrm>
        </p:spPr>
        <p:txBody>
          <a:bodyPr>
            <a:normAutofit/>
          </a:bodyPr>
          <a:lstStyle/>
          <a:p>
            <a:pPr marL="0" indent="0" algn="just">
              <a:buNone/>
            </a:pPr>
            <a:r>
              <a:rPr lang="en-US" sz="2000" b="0" i="1" dirty="0">
                <a:solidFill>
                  <a:srgbClr val="212121"/>
                </a:solidFill>
                <a:effectLst/>
                <a:latin typeface="arial" panose="020B0604020202020204" pitchFamily="34" charset="0"/>
              </a:rPr>
              <a:t>Shadow</a:t>
            </a:r>
            <a:r>
              <a:rPr lang="en-US" sz="2000" b="0" i="0" dirty="0">
                <a:solidFill>
                  <a:srgbClr val="212121"/>
                </a:solidFill>
                <a:effectLst/>
                <a:latin typeface="arial" panose="020B0604020202020204" pitchFamily="34" charset="0"/>
              </a:rPr>
              <a:t> DOM allows hidden DOM trees to be attached to elements in the regular DOM tree — this shadow DOM tree starts with a shadow root, underneath which can be attached to any elements you want, in the same way as the normal DOM.</a:t>
            </a:r>
            <a:endParaRPr lang="en-IN" sz="2000" dirty="0"/>
          </a:p>
        </p:txBody>
      </p:sp>
      <p:sp>
        <p:nvSpPr>
          <p:cNvPr id="5" name="AutoShape 4" descr="SVG version of the diagram showing the interaction of document, shadow root and shadow host.">
            <a:extLst>
              <a:ext uri="{FF2B5EF4-FFF2-40B4-BE49-F238E27FC236}">
                <a16:creationId xmlns="" xmlns:a16="http://schemas.microsoft.com/office/drawing/2014/main" id="{DC49D344-E45C-449A-92AF-02FF3E6744A5}"/>
              </a:ext>
            </a:extLst>
          </p:cNvPr>
          <p:cNvSpPr>
            <a:spLocks noChangeAspect="1" noChangeArrowheads="1"/>
          </p:cNvSpPr>
          <p:nvPr/>
        </p:nvSpPr>
        <p:spPr bwMode="auto">
          <a:xfrm>
            <a:off x="3840481" y="1793683"/>
            <a:ext cx="5542058" cy="5542058"/>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 xmlns:a16="http://schemas.microsoft.com/office/drawing/2014/main" id="{BA8EE9C9-56D9-47DC-8C97-33D8EC3DBF10}"/>
              </a:ext>
            </a:extLst>
          </p:cNvPr>
          <p:cNvPicPr>
            <a:picLocks noChangeAspect="1"/>
          </p:cNvPicPr>
          <p:nvPr/>
        </p:nvPicPr>
        <p:blipFill>
          <a:blip r:embed="rId3" cstate="print"/>
          <a:stretch>
            <a:fillRect/>
          </a:stretch>
        </p:blipFill>
        <p:spPr>
          <a:xfrm>
            <a:off x="1149730" y="1434978"/>
            <a:ext cx="9892540" cy="4965698"/>
          </a:xfrm>
          <a:prstGeom prst="rect">
            <a:avLst/>
          </a:prstGeom>
        </p:spPr>
      </p:pic>
    </p:spTree>
    <p:extLst>
      <p:ext uri="{BB962C8B-B14F-4D97-AF65-F5344CB8AC3E}">
        <p14:creationId xmlns="" xmlns:p14="http://schemas.microsoft.com/office/powerpoint/2010/main" val="2839621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 xmlns:a16="http://schemas.microsoft.com/office/drawing/2014/main" id="{0472EF94-5381-4F24-B601-2668FA4FC344}"/>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64747" y="636104"/>
            <a:ext cx="10246555" cy="547049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8214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79C571-D879-4761-A5CD-623635ECFDF1}"/>
              </a:ext>
            </a:extLst>
          </p:cNvPr>
          <p:cNvSpPr>
            <a:spLocks noGrp="1"/>
          </p:cNvSpPr>
          <p:nvPr>
            <p:ph type="title"/>
          </p:nvPr>
        </p:nvSpPr>
        <p:spPr/>
        <p:txBody>
          <a:bodyPr/>
          <a:lstStyle/>
          <a:p>
            <a:r>
              <a:rPr lang="en-IN" b="1" dirty="0"/>
              <a:t>What is Virtual DOM?</a:t>
            </a:r>
          </a:p>
        </p:txBody>
      </p:sp>
      <p:sp>
        <p:nvSpPr>
          <p:cNvPr id="3" name="Content Placeholder 2">
            <a:extLst>
              <a:ext uri="{FF2B5EF4-FFF2-40B4-BE49-F238E27FC236}">
                <a16:creationId xmlns="" xmlns:a16="http://schemas.microsoft.com/office/drawing/2014/main" id="{A47C85F7-192D-4F0B-B097-F4C9F1E21C93}"/>
              </a:ext>
            </a:extLst>
          </p:cNvPr>
          <p:cNvSpPr>
            <a:spLocks noGrp="1"/>
          </p:cNvSpPr>
          <p:nvPr>
            <p:ph idx="1"/>
          </p:nvPr>
        </p:nvSpPr>
        <p:spPr/>
        <p:txBody>
          <a:bodyPr/>
          <a:lstStyle/>
          <a:p>
            <a:pPr algn="just"/>
            <a:r>
              <a:rPr lang="en-US" b="0" i="0" dirty="0">
                <a:solidFill>
                  <a:srgbClr val="000000"/>
                </a:solidFill>
                <a:effectLst/>
                <a:latin typeface="-apple-system"/>
              </a:rPr>
              <a:t>The virtual DOM (VDOM) is a programming concept where an ideal, or “virtual”, representation of a UI is kept in memory and synced with the “real” DOM by a library such as </a:t>
            </a:r>
            <a:r>
              <a:rPr lang="en-US" b="0" i="0" dirty="0" err="1">
                <a:solidFill>
                  <a:srgbClr val="000000"/>
                </a:solidFill>
                <a:effectLst/>
                <a:latin typeface="-apple-system"/>
              </a:rPr>
              <a:t>ReactDOM</a:t>
            </a:r>
            <a:r>
              <a:rPr lang="en-US" b="0" i="0" dirty="0">
                <a:solidFill>
                  <a:srgbClr val="000000"/>
                </a:solidFill>
                <a:effectLst/>
                <a:latin typeface="-apple-system"/>
              </a:rPr>
              <a:t>. This process is called </a:t>
            </a:r>
            <a:r>
              <a:rPr lang="en-US" dirty="0">
                <a:solidFill>
                  <a:srgbClr val="1A1A1A"/>
                </a:solidFill>
                <a:latin typeface="-apple-system"/>
              </a:rPr>
              <a:t>reconciliation</a:t>
            </a:r>
            <a:r>
              <a:rPr lang="en-US" b="0" i="0" dirty="0">
                <a:solidFill>
                  <a:srgbClr val="000000"/>
                </a:solidFill>
                <a:effectLst/>
                <a:latin typeface="-apple-system"/>
              </a:rPr>
              <a:t>.</a:t>
            </a:r>
            <a:endParaRPr lang="en-IN" dirty="0"/>
          </a:p>
        </p:txBody>
      </p:sp>
    </p:spTree>
    <p:extLst>
      <p:ext uri="{BB962C8B-B14F-4D97-AF65-F5344CB8AC3E}">
        <p14:creationId xmlns="" xmlns:p14="http://schemas.microsoft.com/office/powerpoint/2010/main" val="936484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iagram of Reaction operations">
            <a:extLst>
              <a:ext uri="{FF2B5EF4-FFF2-40B4-BE49-F238E27FC236}">
                <a16:creationId xmlns="" xmlns:a16="http://schemas.microsoft.com/office/drawing/2014/main" id="{3969E5FC-6D02-41FE-BE72-8BC899EE5BF8}"/>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537666" y="404647"/>
            <a:ext cx="9625316" cy="590073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159959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The Evolution Of React | HackerNoon"/>
          <p:cNvPicPr>
            <a:picLocks noChangeAspect="1" noChangeArrowheads="1"/>
          </p:cNvPicPr>
          <p:nvPr/>
        </p:nvPicPr>
        <p:blipFill>
          <a:blip r:embed="rId2" cstate="print"/>
          <a:srcRect/>
          <a:stretch>
            <a:fillRect/>
          </a:stretch>
        </p:blipFill>
        <p:spPr bwMode="auto">
          <a:xfrm>
            <a:off x="0" y="0"/>
            <a:ext cx="12241764" cy="68580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OM.gif"/>
          <p:cNvPicPr>
            <a:picLocks noChangeAspect="1"/>
          </p:cNvPicPr>
          <p:nvPr/>
        </p:nvPicPr>
        <p:blipFill>
          <a:blip r:embed="rId2" cstate="print"/>
          <a:stretch>
            <a:fillRect/>
          </a:stretch>
        </p:blipFill>
        <p:spPr>
          <a:xfrm>
            <a:off x="-1" y="0"/>
            <a:ext cx="12192001" cy="6400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TotalTime>
  <Words>136</Words>
  <Application>Microsoft Office PowerPoint</Application>
  <PresentationFormat>Custom</PresentationFormat>
  <Paragraphs>40</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Slide 1</vt:lpstr>
      <vt:lpstr>Slide 2</vt:lpstr>
      <vt:lpstr>Webkit</vt:lpstr>
      <vt:lpstr>Gecko</vt:lpstr>
      <vt:lpstr>Slide 5</vt:lpstr>
      <vt:lpstr>Slide 6</vt:lpstr>
      <vt:lpstr>Slide 7</vt:lpstr>
      <vt:lpstr>Slide 8</vt:lpstr>
      <vt:lpstr>Slide 9</vt:lpstr>
      <vt:lpstr>Slide 10</vt:lpstr>
      <vt:lpstr>Slide 11</vt:lpstr>
      <vt:lpstr>Slide 12</vt:lpstr>
      <vt:lpstr>What is Shadow DOM?</vt:lpstr>
      <vt:lpstr>Slide 14</vt:lpstr>
      <vt:lpstr>Slide 15</vt:lpstr>
      <vt:lpstr>What is Virtual DOM?</vt:lpstr>
      <vt:lpstr>Slide 17</vt:lpstr>
      <vt:lpstr>Slide 18</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Sudhakar Sharma</dc:creator>
  <cp:lastModifiedBy>HP</cp:lastModifiedBy>
  <cp:revision>29</cp:revision>
  <dcterms:created xsi:type="dcterms:W3CDTF">2021-05-14T12:35:38Z</dcterms:created>
  <dcterms:modified xsi:type="dcterms:W3CDTF">2024-01-10T13:35:31Z</dcterms:modified>
</cp:coreProperties>
</file>